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88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74320"/>
            <a:ext cx="3200400" cy="3200400"/>
          </a:xfrm>
          <a:prstGeom prst="roundRect">
            <a:avLst>
              <a:gd name="adj" fmla="val 14286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2286000" cy="2286000"/>
          </a:xfrm>
          <a:prstGeom prst="roundRect">
            <a:avLst>
              <a:gd name="adj" fmla="val 20000"/>
            </a:avLst>
          </a:prstGeom>
          <a:solidFill>
            <a:srgbClr val="FF9900">
              <a:alpha val="30000"/>
            </a:srgbClr>
          </a:solidFill>
          <a:ln w="12700">
            <a:solidFill>
              <a:srgbClr val="FF990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V2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Fleet Management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4FAA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4FAA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7889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4FAA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788920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4FAA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 GitHub Actions Certified  ·  GH200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5486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 Fresher Capstone  •  June 2026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572000"/>
            <a:ext cx="3657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fleetops.website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V2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00584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1005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fleetops.website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microservices platform — vehicle tracking, maintenance scheduling, service requests, and AI-powered advisory.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842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04872" y="18745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19842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404872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43984" y="18745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43984" y="19842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443984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83096" y="187452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83096" y="19842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483096" y="2560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 1.31 (us-east-1) for container orchestration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 with 27 modular configurations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delivery via ArgoCD + GitHub 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for zero static credential access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Lite (amazon.nova-lite-v1:0) AI integration via Bedrock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FleetOps?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No fleet visibility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call drivers individually to know vehicle status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No service request lifecycle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tracked verbally — no records, no accountability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Deadlines missed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renewals &amp; service dates lost in shared Excel files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Tasks fall through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assigned verbally — invisible when a mechanic is absent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Documents scattered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4434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photos emailed around, never linked to a vehicle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005840"/>
            <a:ext cx="0" cy="402336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FleetOps Delivers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4173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145389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167335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mileage · driver — live dashboard KPIs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993392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199339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20299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workflow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24942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→ Assigned → In Progress → Completed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569464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256946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6060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daily scanner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8254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every vehicle → SNS alert → email to managers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45536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31455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1821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task queue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74920" y="34015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see their work; managers assign across the team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721608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372160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375818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EFS + S3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9776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&amp; PDFs tagged to vehicle, accessible fleet-wide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429768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4297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74920" y="43342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fleet analysis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74920" y="45537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Nova Lite — health score + recommended actions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09728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Terraform Modules | Modular | State-Managed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IaC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0972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· 3 Subnet Tiers · NAT Gateways · Multi-AZ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361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1536192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7D3C9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53619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eks/cluster · eks/nodegroup · eks/addons · eks/oidc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975104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751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1975104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117A65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97510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· Redis · S3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1401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2414016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B7770D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41401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· SQS · EventBridge · Step Functions · Lambda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852928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2852928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922B21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285292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KMS · Secrets Manager · SSM · WAF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918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3291840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1A5276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29184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· ACM · Route53 · ALB · CloudFront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30752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1A7A2B"/>
          </a:solidFill>
          <a:ln w="12700">
            <a:solidFill>
              <a:srgbClr val="1A7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307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730752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1A7A2B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73075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· CloudTrail · Config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69664"/>
            <a:ext cx="1463040" cy="402336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696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Bedrock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0240" y="4169664"/>
            <a:ext cx="6858000" cy="402336"/>
          </a:xfrm>
          <a:prstGeom prst="roundRect">
            <a:avLst>
              <a:gd name="adj" fmla="val 18182"/>
            </a:avLst>
          </a:prstGeom>
          <a:solidFill>
            <a:srgbClr val="2D3D50"/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16966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— Nova Lite (amazon.nova-lite-v1:0) · Cross-account IAM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320040"/>
            <a:ext cx="1920240" cy="548640"/>
          </a:xfrm>
          <a:prstGeom prst="roundRect">
            <a:avLst>
              <a:gd name="adj" fmla="val 20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0" y="320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Modules Total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IaC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Code Quality Standards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Structure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42646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modules/networking, modules/eks, modules/database, modules/storage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1097280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81728" y="10972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47488" y="109728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7488" y="1426464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fleetops-terraform-state-johan + DynamoDB: fleetops-terraform-locks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892808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892808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189280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222199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 in terraform.tfvars per environment (dev / staging / prod)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44568" y="1892808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892808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47488" y="1892808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Tagged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47488" y="2221992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and Owner tags on every resource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88336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68833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268833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Complete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301752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*.tfstate, .env, *.tfvars, credentials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44568" y="2688336"/>
            <a:ext cx="40690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81728" y="268833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47488" y="2688336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Exported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47488" y="3017520"/>
            <a:ext cx="3474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endpoint, OIDC URL, ECR URIs — all exported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483864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483864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348386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Clean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348386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 and terraform fmt — both pass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09728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Services · HPA · Health Probes · Network Policies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Deployment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fleetops-prod (not default)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auth-service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130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stateless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48256" y="141732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48256" y="1892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48256" y="2130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AI + S3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141732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maintenance-service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1892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30752" y="2130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publishing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13248" y="141732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request-service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1892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13248" y="2130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95744" y="1417320"/>
            <a:ext cx="1600200" cy="1005840"/>
          </a:xfrm>
          <a:prstGeom prst="roundRect">
            <a:avLst>
              <a:gd name="adj" fmla="val 1090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5270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(nginx)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95744" y="18928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Replicas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95744" y="21305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includes: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2852928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00C7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75688" y="2852928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00C7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75688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785616" y="2852928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00C7B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85616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95544" y="2852928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00C7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05472" y="2852928"/>
            <a:ext cx="1600200" cy="347472"/>
          </a:xfrm>
          <a:prstGeom prst="roundRect">
            <a:avLst>
              <a:gd name="adj" fmla="val 26316"/>
            </a:avLst>
          </a:prstGeom>
          <a:solidFill>
            <a:srgbClr val="2D3D50"/>
          </a:solidFill>
          <a:ln w="12700">
            <a:solidFill>
              <a:srgbClr val="00C7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05472" y="28529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ExternalSecret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337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httpGet /health</a:t>
            </a: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Readiness: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httpGet /health</a:t>
            </a:r>
            <a:r>
              <a:rPr lang="en-US" sz="12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(all 5 services)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37490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services —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cpu 100m / mem 256Mi   limits: cpu 500m / mem 512Mi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1148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(nginx) — </a:t>
            </a: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requests: cpu 100m / mem 128Mi   limits: cpu 250m / mem 256Mi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K8S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with ArgoCD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App-of-Apps Pattern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3429000"/>
          </a:xfrm>
          <a:prstGeom prst="roundRect">
            <a:avLst>
              <a:gd name="adj" fmla="val 32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root-app-prod.yaml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auth-prod.yaml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037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vehicle-prod.yaml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511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maintenance-prod.yaml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986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request-prod.yaml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461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frontend-prod.yaml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secrets-prod.yaml  ← ExternalSecrets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41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ingress-prod.yaml  ← ALB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8853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├── networkpolicy-prod.yaml  ← micro-segmentation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Configuration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Policy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2167128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22128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663440" y="2916936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96265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Heal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9626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663440" y="3666744"/>
            <a:ext cx="4114800" cy="621792"/>
          </a:xfrm>
          <a:prstGeom prst="roundRect">
            <a:avLst>
              <a:gd name="adj" fmla="val 1764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371246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Latency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7124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sec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663440" y="4480560"/>
            <a:ext cx="4114800" cy="411480"/>
          </a:xfrm>
          <a:prstGeom prst="roundRect">
            <a:avLst>
              <a:gd name="adj" fmla="val 2666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4480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Dashboard: argocd.fleetops.website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09728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GitHub Actions Workflows · Security Gates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CI/CD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GitHub Actions Workflows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103120" cy="1170432"/>
          </a:xfrm>
          <a:prstGeom prst="roundRect">
            <a:avLst>
              <a:gd name="adj" fmla="val 937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070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java-ci-ecr.yml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push to main / develop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8055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87783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7783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59798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9526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9526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1541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1269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1269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trivy-scan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23283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33011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3011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5026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14754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4754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86769" y="1371600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96497" y="1371600"/>
            <a:ext cx="790303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065A82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96497" y="1371600"/>
            <a:ext cx="790303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395728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2395728"/>
            <a:ext cx="2103120" cy="1170432"/>
          </a:xfrm>
          <a:prstGeom prst="roundRect">
            <a:avLst>
              <a:gd name="adj" fmla="val 9375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5054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Pipeline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11480" y="2898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cd-ecr.yml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successful build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6040" y="2670048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117A65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2670048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update-dev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39362" y="2670048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49090" y="2670048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117A65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9090" y="2670048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update-prod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82412" y="2670048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92140" y="2670048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117A65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92140" y="2670048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smoke-test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25462" y="2670048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35190" y="2670048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117A65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35190" y="2670048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694176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694176"/>
            <a:ext cx="2103120" cy="1170432"/>
          </a:xfrm>
          <a:prstGeom prst="roundRect">
            <a:avLst>
              <a:gd name="adj" fmla="val 9375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803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Pipeline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1148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terraform-apply.yml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4498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push main: environments/**, modules/** + workflow_dispatch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06040" y="3968496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7D3C98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06040" y="3968496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checkov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039362" y="3968496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149090" y="3968496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7D3C98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49090" y="3968496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582412" y="3968496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92140" y="3968496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7D3C98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92140" y="3968496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25462" y="3968496"/>
            <a:ext cx="137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35190" y="3968496"/>
            <a:ext cx="1451610" cy="621792"/>
          </a:xfrm>
          <a:prstGeom prst="roundRect">
            <a:avLst>
              <a:gd name="adj" fmla="val 11765"/>
            </a:avLst>
          </a:prstGeom>
          <a:solidFill>
            <a:srgbClr val="232F3E"/>
          </a:solidFill>
          <a:ln w="12700">
            <a:solidFill>
              <a:srgbClr val="7D3C98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35190" y="3968496"/>
            <a:ext cx="145161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CI/CD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in CI/CD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Snyk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libraries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open-source packages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97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46120" y="1527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93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/ Code Quality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SonarQube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analysis,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security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9728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97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15270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1993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Scanning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Trivy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28803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CVEs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misconfigurations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 OIDC-based AWS credentials — Zero static keys in GitHub Secrets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09728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· Bedrock AI · S3 · SNS · Step Functions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— Zero Static Credentials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07592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143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— OIDC Provider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1490472"/>
            <a:ext cx="7269480" cy="347472"/>
          </a:xfrm>
          <a:prstGeom prst="roundRect">
            <a:avLst>
              <a:gd name="adj" fmla="val 15789"/>
            </a:avLst>
          </a:prstGeom>
          <a:solidFill>
            <a:srgbClr val="1A2332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490472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7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"aws_iam_openid_connect_provider" "eks" { ... 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88720" y="1874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modules/eks/oidc creates the OIDC provider linked to EKS cluster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606040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441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with OIDC Trust Policy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2788920"/>
            <a:ext cx="7269480" cy="347472"/>
          </a:xfrm>
          <a:prstGeom prst="roundRect">
            <a:avLst>
              <a:gd name="adj" fmla="val 15789"/>
            </a:avLst>
          </a:prstGeom>
          <a:solidFill>
            <a:srgbClr val="1A2332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7889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7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"Federated": "arn:aws:iam::538661800892:oidc-provider/{url}"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policy scoped to fleetops-prod:fleetops-app service account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904488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04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739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Annotation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88720" y="4087368"/>
            <a:ext cx="7269480" cy="347472"/>
          </a:xfrm>
          <a:prstGeom prst="roundRect">
            <a:avLst>
              <a:gd name="adj" fmla="val 15789"/>
            </a:avLst>
          </a:prstGeom>
          <a:solidFill>
            <a:srgbClr val="1A2332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0873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7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eks.amazonaws.com/role-arn: arn:aws:iam::...:role/fleetops-prod-app-irsa-role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88720" y="44714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ServiceAccount annotated — pods receive automatic token exchange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34640" y="4919472"/>
            <a:ext cx="3474720" cy="0"/>
          </a:xfrm>
          <a:prstGeom prst="roundRect">
            <a:avLst>
              <a:gd name="adj" fmla="val Infinity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CLOUD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Pods Can Access (IRSA Permissions)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6576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Using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Get/Put/Delete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vehicle-docs bucket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InvokeModel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foundation-model/*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Publish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insurance-alerts, service-alerts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Functions Start/Describe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request-service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fleetops/*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services (via ESO)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/fleetops/* log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KMS Decrypt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FA7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KMS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C7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D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D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286000" y="4828032"/>
            <a:ext cx="4572000" cy="274320"/>
          </a:xfrm>
          <a:prstGeom prst="roundRect">
            <a:avLst>
              <a:gd name="adj" fmla="val 40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2860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credentials for AWS services — IRSA handles all native AWS access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CLOUD + BONUS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Lite AI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02920"/>
          </a:xfrm>
          <a:prstGeom prst="roundRect">
            <a:avLst>
              <a:gd name="adj" fmla="val 21818"/>
            </a:avLst>
          </a:prstGeom>
          <a:solidFill>
            <a:srgbClr val="0A1F0A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Fleet Maintenance Advisor — FleetAiService.java · vehicle-service 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373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17373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amazon.nova-lite-v1:0  (Amazon Nova Lite via Bedrock Converse API)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49424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24942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0280" y="224942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all vehicles → returns health score + maintenance recommendations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614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276148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IAM credentials in Secrets Manager → K8s Secret fleetops-bedrock-secret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27355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40280" y="327355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15-min cache  @Cacheable("fleetAnalysis")  — avoids redundant Bedrock calls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85616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78561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40280" y="3785616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saved to ai_analysis_audit table (model, requester, health score, exec time)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297680"/>
            <a:ext cx="8412480" cy="438912"/>
          </a:xfrm>
          <a:prstGeom prst="roundRect">
            <a:avLst>
              <a:gd name="adj" fmla="val 25000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4297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40280" y="42976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/api/vehicles/ai/fleet-analysis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754880"/>
            <a:ext cx="8412480" cy="320040"/>
          </a:xfrm>
          <a:prstGeom prst="roundRect">
            <a:avLst>
              <a:gd name="adj" fmla="val 22857"/>
            </a:avLst>
          </a:prstGeom>
          <a:solidFill>
            <a:srgbClr val="2A1A00"/>
          </a:solidFill>
          <a:ln w="12700">
            <a:solidFill>
              <a:srgbClr val="CC7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B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Terraform IAM policy lists claude-3-haiku / claude-v2 — stale; actual runtime model is nova-lite-v1:0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18288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109728" cy="16459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920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Requirements Met — Zero Hardcoded Credentials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 — All Met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972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credentials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95728" y="10972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Secrets Operator + IRSA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97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93208" y="10972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47688" y="109728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spring:spring user (Java), nginx user (frontend)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609344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6093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16093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Multistage Docker builds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95728" y="16093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services — Alpine base, JRE-only final image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609344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6093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93208" y="160934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 scanning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47688" y="160934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in CI — blocks on HIGH/CRITICAL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21408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121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2121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K8s Secrets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95728" y="21214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ExternalSecrets pulls from AWS Secrets Manager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17720" y="2121408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121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93208" y="212140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configured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47688" y="212140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minimal permissions via IRSA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633472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2633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395728" y="26334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for RDS, S3, SNS, SQS, Secrets Manager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633472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2633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93208" y="263347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647688" y="263347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to encrypted S3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145536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31455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" y="3145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395728" y="31455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WAFv2 Common Rule Set on CloudFront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17720" y="3145536"/>
            <a:ext cx="4160520" cy="420624"/>
          </a:xfrm>
          <a:prstGeom prst="roundRect">
            <a:avLst>
              <a:gd name="adj" fmla="val 26087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31455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B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093208" y="314553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complete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47688" y="314553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*.tfstate, .env, *.tfvars, credentials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BONUS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Features Achieved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2D3D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0" cy="1188720"/>
          </a:xfrm>
          <a:prstGeom prst="roundRect">
            <a:avLst>
              <a:gd name="adj" fmla="val 1714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Nova Lite via Bedrock Converse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1887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1188720"/>
            <a:ext cx="640080" cy="1188720"/>
          </a:xfrm>
          <a:prstGeom prst="roundRect">
            <a:avLst>
              <a:gd name="adj" fmla="val 17143"/>
            </a:avLst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18872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1755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→ Lambda, SNS, SQS + DLQ, Step Functions (6 states)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18872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188720"/>
            <a:ext cx="640080" cy="1188720"/>
          </a:xfrm>
          <a:prstGeom prst="roundRect">
            <a:avLst>
              <a:gd name="adj" fmla="val 17143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18872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13258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Deployment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75564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App-of-Apps, automated sync, selfHeal=true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24688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74520" y="2468880"/>
            <a:ext cx="640080" cy="1188720"/>
          </a:xfrm>
          <a:prstGeom prst="roundRect">
            <a:avLst>
              <a:gd name="adj" fmla="val 1714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246888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56032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0358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allow-apps-to-rds.yaml, allow-service-discovery.yaml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4688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2D3D50"/>
          </a:solidFill>
          <a:ln w="12700">
            <a:solidFill>
              <a:srgbClr val="2D3D5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2468880"/>
            <a:ext cx="640080" cy="1188720"/>
          </a:xfrm>
          <a:prstGeom prst="roundRect">
            <a:avLst>
              <a:gd name="adj" fmla="val 17143"/>
            </a:avLst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2468880"/>
            <a:ext cx="640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Monitoring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30358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dashboards + metric alarms (RDS, ALB, Lambda)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PRODUCTION ARCHITECTURE — us-east-1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CDN / Edge  ·  VPC / Subnets  ·  EKS  ·  Events / Serverless  ·  Security  ·  Observability  ·  CI/CD &amp; GitOps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31520"/>
            <a:ext cx="896112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FF99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74320" y="4114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Layers  ·  Microservices  ·  Auth &amp; RBAC  ·  Service-to-Service  ·  State Machine  ·  Alert Flows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31520"/>
            <a:ext cx="86868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ound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365760"/>
            <a:ext cx="3200400" cy="3200400"/>
          </a:xfrm>
          <a:prstGeom prst="roundRect">
            <a:avLst>
              <a:gd name="adj" fmla="val 14286"/>
            </a:avLst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V2 — Production-grade fleet management platform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FA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 as a DevOps Capstone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github.com/FleetOps-V2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9864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Site:  fleetops.website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7413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AA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ArgoCD:  argocd.fleetops.website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1492</Words>
  <Application>Microsoft Office PowerPoint</Application>
  <PresentationFormat>On-screen Show (16:9)</PresentationFormat>
  <Paragraphs>366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FleetOps V2 — Cloud Native Fleet Management</dc:title>
  <dc:subject>PptxGenJS Presentation</dc:subject>
  <dc:creator>FleetOps V2 Capstone</dc:creator>
  <cp:lastModifiedBy>Johann Aby</cp:lastModifiedBy>
  <cp:revision>2</cp:revision>
  <dcterms:created xsi:type="dcterms:W3CDTF">2026-06-29T15:58:09Z</dcterms:created>
  <dcterms:modified xsi:type="dcterms:W3CDTF">2026-06-29T16:02:39Z</dcterms:modified>
</cp:coreProperties>
</file>